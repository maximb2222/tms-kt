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Slide 1: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Project: Task Management System</a:t>
            </a:r>
          </a:p>
          <a:p>
            <a:pPr>
              <a:defRPr sz="2000">
                <a:latin typeface="Calibri"/>
              </a:defRPr>
            </a:pPr>
            <a:r>
              <a:t>Objective: Build an autonomous CRUD solution on .NET</a:t>
            </a:r>
          </a:p>
          <a:p>
            <a:pPr>
              <a:defRPr sz="2000">
                <a:latin typeface="Calibri"/>
              </a:defRPr>
            </a:pPr>
            <a:r>
              <a:t>Stack: ASP.NET Core MVC, EF Core, SQLite, xUnit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Slide 2: Requirements and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Requirement analysis and stage planning (KT1)</a:t>
            </a:r>
          </a:p>
          <a:p>
            <a:pPr>
              <a:defRPr sz="2000">
                <a:latin typeface="Calibri"/>
              </a:defRPr>
            </a:pPr>
            <a:r>
              <a:t>Main constraints: validation, persistence, filtering, tests, docs</a:t>
            </a:r>
          </a:p>
          <a:p>
            <a:pPr>
              <a:defRPr sz="2000">
                <a:latin typeface="Calibri"/>
              </a:defRPr>
            </a:pPr>
            <a:r>
              <a:t>Estimated duration: 40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Slide 3: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Layering: Controller -&gt; Service -&gt; Data</a:t>
            </a:r>
          </a:p>
          <a:p>
            <a:pPr>
              <a:defRPr sz="2000">
                <a:latin typeface="Calibri"/>
              </a:defRPr>
            </a:pPr>
            <a:r>
              <a:t>Entity: `TaskItem`</a:t>
            </a:r>
          </a:p>
          <a:p>
            <a:pPr>
              <a:defRPr sz="2000">
                <a:latin typeface="Calibri"/>
              </a:defRPr>
            </a:pPr>
            <a:r>
              <a:t>Logging via Serilog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Slide 4: Functional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Task list</a:t>
            </a:r>
          </a:p>
          <a:p>
            <a:pPr>
              <a:defRPr sz="2000">
                <a:latin typeface="Calibri"/>
              </a:defRPr>
            </a:pPr>
            <a:r>
              <a:t>Search and status filter</a:t>
            </a:r>
          </a:p>
          <a:p>
            <a:pPr>
              <a:defRPr sz="2000">
                <a:latin typeface="Calibri"/>
              </a:defRPr>
            </a:pPr>
            <a:r>
              <a:t>Create/Edit/Delete flows</a:t>
            </a:r>
          </a:p>
          <a:p>
            <a:pPr>
              <a:defRPr sz="2000">
                <a:latin typeface="Calibri"/>
              </a:defRPr>
            </a:pPr>
            <a:r>
              <a:t>Pagination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Slide 5: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Unit tests for service layer</a:t>
            </a:r>
          </a:p>
          <a:p>
            <a:pPr>
              <a:defRPr sz="2000">
                <a:latin typeface="Calibri"/>
              </a:defRPr>
            </a:pPr>
            <a:r>
              <a:t>Scenario flow test</a:t>
            </a:r>
          </a:p>
          <a:p>
            <a:pPr>
              <a:defRPr sz="2000">
                <a:latin typeface="Calibri"/>
              </a:defRPr>
            </a:pPr>
            <a:r>
              <a:t>Coverage collection command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Slide 6: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Full CRUD delivered</a:t>
            </a:r>
          </a:p>
          <a:p>
            <a:pPr>
              <a:defRPr sz="2000">
                <a:latin typeface="Calibri"/>
              </a:defRPr>
            </a:pPr>
            <a:r>
              <a:t>Persistence and logs included</a:t>
            </a:r>
          </a:p>
          <a:p>
            <a:pPr>
              <a:defRPr sz="2000">
                <a:latin typeface="Calibri"/>
              </a:defRPr>
            </a:pPr>
            <a:r>
              <a:t>Documentation package KT1-KT4 completed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Demo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Start application.</a:t>
            </a:r>
          </a:p>
          <a:p>
            <a:pPr>
              <a:defRPr sz="2000">
                <a:latin typeface="Calibri"/>
              </a:defRPr>
            </a:pPr>
            <a:r>
              <a:t>Show seeded records.</a:t>
            </a:r>
          </a:p>
          <a:p>
            <a:pPr>
              <a:defRPr sz="2000">
                <a:latin typeface="Calibri"/>
              </a:defRPr>
            </a:pPr>
            <a:r>
              <a:t>Create a new task.</a:t>
            </a:r>
          </a:p>
          <a:p>
            <a:pPr>
              <a:defRPr sz="2000">
                <a:latin typeface="Calibri"/>
              </a:defRPr>
            </a:pPr>
            <a:r>
              <a:t>Edit task status.</a:t>
            </a:r>
          </a:p>
          <a:p>
            <a:pPr>
              <a:defRPr sz="2000">
                <a:latin typeface="Calibri"/>
              </a:defRPr>
            </a:pPr>
            <a:r>
              <a:t>Filter by status and search.</a:t>
            </a:r>
          </a:p>
          <a:p>
            <a:pPr>
              <a:defRPr sz="2000">
                <a:latin typeface="Calibri"/>
              </a:defRPr>
            </a:pPr>
            <a:r>
              <a:t>Delete task.</a:t>
            </a:r>
          </a:p>
          <a:p>
            <a:pPr>
              <a:defRPr sz="2000">
                <a:latin typeface="Calibri"/>
              </a:defRPr>
            </a:pPr>
            <a:r>
              <a:t>Run tests from terminal.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